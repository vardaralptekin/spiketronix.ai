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the eyebrow label and headline. Footer + page number come from the master.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 slide. Delete the dashed frame's hint text and insert your looping imc.mp4 (Playback: Automatically + Loop + Mute).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6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606040"/>
            <a:ext cx="9601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300" kern="0" dirty="0">
                <a:solidFill>
                  <a:srgbClr val="00D3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b="1" spc="300" kern="0" dirty="0">
                <a:solidFill>
                  <a:srgbClr val="00D3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SECTION LABEL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63240"/>
            <a:ext cx="10424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8000"/>
              </a:lnSpc>
              <a:buNone/>
              <a:defRPr lang="en-US" sz="4600" b="1" spc="-50" kern="0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98000"/>
              </a:lnSpc>
              <a:buNone/>
            </a:pPr>
            <a:r>
              <a:rPr lang="en-US" sz="4600" b="1" spc="-50" kern="0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 the deck title here</a:t>
            </a:r>
            <a:endParaRPr lang="en-US" sz="4600" dirty="0"/>
          </a:p>
        </p:txBody>
      </p:sp>
      <p:sp>
        <p:nvSpPr>
          <p:cNvPr id="4" name="Text 0"/>
          <p:cNvSpPr/>
          <p:nvPr/>
        </p:nvSpPr>
        <p:spPr>
          <a:xfrm>
            <a:off x="822960" y="63276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SPIKETRONIX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9498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3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0" y="283464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4000" b="1" spc="-600" kern="0" dirty="0">
                <a:solidFill>
                  <a:srgbClr val="0E2A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00</a:t>
            </a:r>
            <a:endParaRPr lang="en-US" sz="24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22960" y="2651760"/>
            <a:ext cx="9601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300" kern="0" dirty="0">
                <a:solidFill>
                  <a:srgbClr val="00D3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b="1" spc="300" kern="0" dirty="0">
                <a:solidFill>
                  <a:srgbClr val="00D3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SECTION LABEL</a:t>
            </a: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22960" y="3108960"/>
            <a:ext cx="77724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en-US" sz="4000" b="1" spc="-50" kern="0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en-US" sz="4000" b="1" spc="-50" kern="0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Section name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822960" y="63276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D4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SPIKETRONIX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9498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2COL">
    <p:bg>
      <p:bgPr>
        <a:solidFill>
          <a:srgbClr val="06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300" kern="0" dirty="0">
                <a:solidFill>
                  <a:srgbClr val="00D3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b="1" spc="300" kern="0" dirty="0">
                <a:solidFill>
                  <a:srgbClr val="00D3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SECTION LABEL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188720"/>
            <a:ext cx="10424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spc="-50" kern="0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spc="-50" kern="0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2743200"/>
            <a:ext cx="493776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5000"/>
              </a:lnSpc>
              <a:buNone/>
              <a:defRPr lang="en-US" sz="1800" dirty="0">
                <a:solidFill>
                  <a:srgbClr val="C8D4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8D4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First column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309360" y="2743200"/>
            <a:ext cx="493776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5000"/>
              </a:lnSpc>
              <a:buNone/>
              <a:defRPr lang="en-US" sz="1800" dirty="0">
                <a:solidFill>
                  <a:srgbClr val="C8D4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8D4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Second column</a:t>
            </a: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822960" y="63276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D4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SPIKETRONIX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9498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rgbClr val="06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011680"/>
            <a:ext cx="9601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300" kern="0" dirty="0">
                <a:solidFill>
                  <a:srgbClr val="00D3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b="1" spc="300" kern="0" dirty="0">
                <a:solidFill>
                  <a:srgbClr val="00D3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SECTION LABEL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2377440"/>
            <a:ext cx="10424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0" b="1" spc="-300" kern="0" dirty="0">
                <a:solidFill>
                  <a:srgbClr val="00D3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0" b="1" spc="-300" kern="0" dirty="0">
                <a:solidFill>
                  <a:srgbClr val="00D3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 mW</a:t>
            </a:r>
            <a:endParaRPr lang="en-US" sz="11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29768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800" dirty="0">
                <a:solidFill>
                  <a:srgbClr val="C8D4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8D4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Explain the number in one line.</a:t>
            </a: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822960" y="63276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D4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SPIKETRONIX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9498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DIA">
    <p:bg>
      <p:bgPr>
        <a:solidFill>
          <a:srgbClr val="06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300" kern="0" dirty="0">
                <a:solidFill>
                  <a:srgbClr val="00D3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b="1" spc="300" kern="0" dirty="0">
                <a:solidFill>
                  <a:srgbClr val="00D3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SECTION LABEL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188720"/>
            <a:ext cx="104241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spc="-50" kern="0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spc="-50" kern="0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Slide title</a:t>
            </a:r>
            <a:endParaRPr lang="en-US" sz="2800" dirty="0"/>
          </a:p>
        </p:txBody>
      </p:sp>
      <p:sp>
        <p:nvSpPr>
          <p:cNvPr id="4" name="Shape 0"/>
          <p:cNvSpPr/>
          <p:nvPr/>
        </p:nvSpPr>
        <p:spPr>
          <a:xfrm>
            <a:off x="822960" y="2286000"/>
            <a:ext cx="10515600" cy="3566160"/>
          </a:xfrm>
          <a:prstGeom prst="rect">
            <a:avLst/>
          </a:prstGeom>
          <a:solidFill>
            <a:srgbClr val="0B1A24"/>
          </a:solidFill>
          <a:ln w="12700">
            <a:solidFill>
              <a:srgbClr val="006C5C"/>
            </a:solidFill>
            <a:prstDash val="dash"/>
          </a:ln>
        </p:spPr>
      </p:sp>
      <p:sp>
        <p:nvSpPr>
          <p:cNvPr id="5" name="Text 1"/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7E949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Insert  ›  Video  ›  This Device  →  drop a looping .mp4 here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822960" y="63276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D4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SPIKETRONIX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9498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3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514600"/>
            <a:ext cx="9601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300" kern="0" dirty="0">
                <a:solidFill>
                  <a:srgbClr val="00D3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b="1" spc="300" kern="0" dirty="0">
                <a:solidFill>
                  <a:srgbClr val="00D3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SECTION LABEL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971800"/>
            <a:ext cx="96012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en-US" sz="4000" b="1" spc="-50" kern="0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en-US" sz="4000" b="1" spc="-50" kern="0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Closing statement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754880"/>
            <a:ext cx="7315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spc="100" kern="0" dirty="0">
                <a:solidFill>
                  <a:srgbClr val="63FFE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spc="100" kern="0" dirty="0">
                <a:solidFill>
                  <a:srgbClr val="63FFE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hello@spiketronix.ai</a:t>
            </a: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822960" y="63276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SPIKETRONIX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9498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9498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606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0D3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Neuromorphic compute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6324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600" b="1" spc="-50" kern="0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Always-on intelligence, at the edge, on a coin cell.</a:t>
            </a:r>
            <a:endParaRPr lang="en-US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9498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22960" y="2651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0D3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approach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22960" y="310896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-50" kern="0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technologies,</a:t>
            </a:r>
            <a:endParaRPr lang="en-US" sz="4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000" b="1" spc="-50" kern="0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solution.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9498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0D3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Non-volatile FeRAM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18872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Remembers the model with the power off.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274320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Instant-on
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8D4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Weights held in ferroelectric memory — no reload, no boot.</a:t>
            </a:r>
            <a:endParaRPr lang="en-US" sz="1800" dirty="0"/>
          </a:p>
          <a:p>
            <a:pPr algn="l" indent="0" marL="0">
              <a:lnSpc>
                <a:spcPct val="125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Zero standby
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8D4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long gaps between events cost nothing.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309360" y="274320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22nm FD-SOI
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8D4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on GlobalFoundries' proven process.</a:t>
            </a:r>
            <a:endParaRPr lang="en-US" sz="1800" dirty="0"/>
          </a:p>
          <a:p>
            <a:pPr algn="l" indent="0" marL="0">
              <a:lnSpc>
                <a:spcPct val="125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Non-volatile
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8D4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State survives with power fully removed.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9498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011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0D3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Standby power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237744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0" b="1" spc="-300" kern="0" dirty="0">
                <a:solidFill>
                  <a:srgbClr val="00D3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</a:t>
            </a:r>
            <a:pPr algn="l" indent="0" marL="0">
              <a:buNone/>
            </a:pPr>
            <a:r>
              <a:rPr lang="en-US" sz="4400" b="1" spc="-300" kern="0" dirty="0">
                <a:solidFill>
                  <a:srgbClr val="7E949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mW</a:t>
            </a:r>
            <a:endParaRPr lang="en-US" sz="11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2976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8D4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model is retained with the chip fully powered down.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9498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0D3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In-memory compute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1887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Computes where the weights are stored.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9498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514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0D3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Let's talk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97180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-50" kern="0" dirty="0">
                <a:solidFill>
                  <a:srgbClr val="F4F8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Bring always-on intelligence to your hardware.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754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spc="100" kern="0" dirty="0">
                <a:solidFill>
                  <a:srgbClr val="63FFE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hello@spiketronix.ai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9498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iketronix">
      <a:dk1>
        <a:srgbClr val="061018"/>
      </a:dk1>
      <a:lt1>
        <a:srgbClr val="F4F8F7"/>
      </a:lt1>
      <a:dk2>
        <a:srgbClr val="03090F"/>
      </a:dk2>
      <a:lt2>
        <a:srgbClr val="0B1A24"/>
      </a:lt2>
      <a:accent1>
        <a:srgbClr val="00D3B1"/>
      </a:accent1>
      <a:accent2>
        <a:srgbClr val="63FFE5"/>
      </a:accent2>
      <a:accent3>
        <a:srgbClr val="6954FF"/>
      </a:accent3>
      <a:accent4>
        <a:srgbClr val="006C5C"/>
      </a:accent4>
      <a:accent5>
        <a:srgbClr val="102530"/>
      </a:accent5>
      <a:accent6>
        <a:srgbClr val="7E9498"/>
      </a:accent6>
      <a:hlink>
        <a:srgbClr val="00D3B1"/>
      </a:hlink>
      <a:folHlink>
        <a:srgbClr val="6954FF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ace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Spiketronix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Spiketronix — Deck Template</dc:title>
  <dc:subject>PptxGenJS Presentation</dc:subject>
  <dc:creator>Spiketronix</dc:creator>
  <cp:lastModifiedBy>Spiketronix</cp:lastModifiedBy>
  <cp:revision>1</cp:revision>
  <dcterms:created xsi:type="dcterms:W3CDTF">2026-07-21T11:40:20Z</dcterms:created>
  <dcterms:modified xsi:type="dcterms:W3CDTF">2026-07-21T11:40:20Z</dcterms:modified>
</cp:coreProperties>
</file>